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/>
              <a:t>Table: basic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2F4F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2F4F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2F4F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2F4F4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</a:rPr>
                        <a:t>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</a:rPr>
                        <a:t>1,1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</a:rPr>
                        <a:t>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</a:rPr>
                        <a:t>1,3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</a:rPr>
                        <a:t>2,0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</a:rPr>
                        <a:t>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</a:rPr>
                        <a:t>2,2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</a:rPr>
                        <a:t>2,3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</a:rPr>
                        <a:t>3,0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</a:rPr>
                        <a:t>3,1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</a:rPr>
                        <a:t>3,2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000000"/>
                          </a:solidFill>
                        </a:rPr>
                        <a:t>3,3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