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7F415B-3020-485D-8296-79179F80770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4827600" y="274680"/>
            <a:ext cx="25966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Table: basic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"/>
          <p:cNvGraphicFramePr/>
          <p:nvPr/>
        </p:nvGraphicFramePr>
        <p:xfrm>
          <a:off x="914400" y="1646280"/>
          <a:ext cx="10516680" cy="4389120"/>
        </p:xfrm>
        <a:graphic>
          <a:graphicData uri="http://schemas.openxmlformats.org/drawingml/2006/table">
            <a:tbl>
              <a:tblPr/>
              <a:tblGrid>
                <a:gridCol w="2629440"/>
                <a:gridCol w="2628720"/>
                <a:gridCol w="2629440"/>
                <a:gridCol w="2629080"/>
              </a:tblGrid>
              <a:tr h="10972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2f4f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2f4f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2f4f4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2f4f4f"/>
                    </a:solidFill>
                  </a:tcPr>
                </a:tc>
              </a:tr>
              <a:tr h="10972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1,3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10972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2,3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10972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3,0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83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3,3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