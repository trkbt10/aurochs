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Table: merged cells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Top-left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0,4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1,0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Merged 2x2</a:t>
                      </a:r>
                    </a:p>
                  </a:txBody>
                  <a:tcPr>
                    <a:solidFill>
                      <a:srgbClr val="FFE4B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1,4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2,0</a:t>
                      </a: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2,1</a:t>
                      </a: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2,4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3,4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</a:rPr>
                        <a:t>4,4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