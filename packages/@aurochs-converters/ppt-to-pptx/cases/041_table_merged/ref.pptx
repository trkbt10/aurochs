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2488B6-45E1-4A78-B6AF-876FF16A63A7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4044240" y="274680"/>
            <a:ext cx="41634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Table: merged cells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"/>
          <p:cNvGraphicFramePr/>
          <p:nvPr/>
        </p:nvGraphicFramePr>
        <p:xfrm>
          <a:off x="914400" y="1646280"/>
          <a:ext cx="10518480" cy="4390560"/>
        </p:xfrm>
        <a:graphic>
          <a:graphicData uri="http://schemas.openxmlformats.org/drawingml/2006/table">
            <a:tbl>
              <a:tblPr/>
              <a:tblGrid>
                <a:gridCol w="2103840"/>
                <a:gridCol w="2103840"/>
                <a:gridCol w="2103840"/>
                <a:gridCol w="2103840"/>
                <a:gridCol w="2103120"/>
              </a:tblGrid>
              <a:tr h="8776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Top-left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0,1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0,2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0,3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0,4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8784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 gridSpan="2" rowSpan="2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Merged 2x2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fe4b5"/>
                    </a:solidFill>
                  </a:tcPr>
                </a:tc>
                <a:tc hMerge="1" rowSpan="1">
                  <a:txBody>
                    <a:bodyPr lIns="90000" rIns="90000" tIns="45000" bIns="45000" anchor="t">
                      <a:noAutofit/>
                    </a:bodyPr>
                    <a:p>
                      <a:pPr>
                        <a:lnSpc>
                          <a:spcPct val="9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1,4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8784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vMerge="1" gridSpan="1">
                  <a:txBody>
                    <a:bodyPr lIns="90000" rIns="90000" tIns="45000" bIns="45000" anchor="t">
                      <a:noAutofit/>
                    </a:bodyPr>
                    <a:p>
                      <a:pPr>
                        <a:lnSpc>
                          <a:spcPct val="9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 hMerge="1">
                  <a:txBody>
                    <a:bodyPr lIns="90000" rIns="90000" tIns="45000" bIns="45000" anchor="t">
                      <a:noAutofit/>
                    </a:bodyPr>
                    <a:p>
                      <a:pPr>
                        <a:lnSpc>
                          <a:spcPct val="9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2,4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878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3,2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3,4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878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4,2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4,4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