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Images: PNG &amp; JPG</a:t>
            </a:r>
          </a:p>
        </p:txBody>
      </p:sp>
      <p:pic>
        <p:nvPicPr>
          <p:cNvPr id="3" name="Picture 2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03520" cy="2983230"/>
          </a:xfrm>
          <a:prstGeom prst="rect">
            <a:avLst/>
          </a:prstGeom>
        </p:spPr>
      </p:pic>
      <p:pic>
        <p:nvPicPr>
          <p:cNvPr id="4" name="Picture 3" descr="samp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5303520" cy="29832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Left: PNG (alpha). Right: JPG.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