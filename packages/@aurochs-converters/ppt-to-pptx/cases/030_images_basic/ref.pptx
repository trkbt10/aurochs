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7E44F3-3918-44F0-A2E1-7A14CDB28BD3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062600" y="274680"/>
            <a:ext cx="41270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Images: PNG &amp; JPG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731880" y="1554120"/>
            <a:ext cx="5303880" cy="298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6400800" y="1554120"/>
            <a:ext cx="5303880" cy="29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"/>
          <p:cNvSpPr/>
          <p:nvPr/>
        </p:nvSpPr>
        <p:spPr>
          <a:xfrm>
            <a:off x="4943520" y="6308640"/>
            <a:ext cx="25491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Left: PNG (alpha). Right: JPG.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