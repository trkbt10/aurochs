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3588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16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3720" y="6356160"/>
            <a:ext cx="28940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2720" y="6356160"/>
            <a:ext cx="2132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8676F64-624D-45B6-B832-4AA8B9F0E100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"/>
          <p:cNvSpPr/>
          <p:nvPr/>
        </p:nvSpPr>
        <p:spPr>
          <a:xfrm>
            <a:off x="4910760" y="3017880"/>
            <a:ext cx="26150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972800"/>
              </a:tabLst>
            </a:pPr>
            <a:r>
              <a:rPr b="1" lang="en-US" sz="3200" strike="noStrike" u="none">
                <a:solidFill>
                  <a:srgbClr val="787878"/>
                </a:solidFill>
                <a:effectLst/>
                <a:uFillTx/>
                <a:latin typeface="Calibri"/>
              </a:rPr>
              <a:t>blank baseline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