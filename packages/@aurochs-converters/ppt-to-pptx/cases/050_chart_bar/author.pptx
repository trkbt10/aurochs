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23.2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12.1</c:v>
                </c:pt>
                <c:pt idx="1">
                  <c:v>14.2</c:v>
                </c:pt>
                <c:pt idx="2">
                  <c:v>15.6</c:v>
                </c:pt>
                <c:pt idx="3">
                  <c:v>10.9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/>
              <a:t>Chart: clustered column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10515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