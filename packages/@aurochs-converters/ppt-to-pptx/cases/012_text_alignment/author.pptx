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Text: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374903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000000"/>
                </a:solidFill>
              </a:rPr>
              <a:t>Left aligned</a:t>
            </a:r>
            <a:br/>
            <a:r>
              <a:t>Second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1960" y="1280160"/>
            <a:ext cx="374903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</a:rPr>
              <a:t>Center aligned</a:t>
            </a:r>
            <a:br/>
            <a:r>
              <a:t>Second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280160"/>
            <a:ext cx="374903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>
                <a:solidFill>
                  <a:srgbClr val="000000"/>
                </a:solidFill>
              </a:rPr>
              <a:t>Right aligned</a:t>
            </a:r>
            <a:br/>
            <a:r>
              <a:t>Second line</a:t>
            </a:r>
          </a:p>
        </p:txBody>
      </p:sp>
      <p:sp>
        <p:nvSpPr>
          <p:cNvPr id="6" name="TextBox 5"/>
          <p:cNvSpPr txBox="1"/>
          <p:nvPr/>
        </p:nvSpPr>
        <p:spPr>
          <a:xfrm rot="600000">
            <a:off x="731520" y="3474720"/>
            <a:ext cx="5029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500000"/>
                </a:solidFill>
              </a:rPr>
              <a:t>Rotation 10°</a:t>
            </a:r>
          </a:p>
          <a:p>
            <a:r>
              <a:t>Line spacing default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