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991C9C3-9B6B-4512-98F7-BE19E9DAA664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/>
          <p:nvPr/>
        </p:nvSpPr>
        <p:spPr>
          <a:xfrm>
            <a:off x="4427640" y="274680"/>
            <a:ext cx="339696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Text: alignment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1857600" y="1279440"/>
            <a:ext cx="149616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Left aligned</a:t>
            </a:r>
            <a:br>
              <a:rPr sz="1800"/>
            </a:b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line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5209200" y="1279440"/>
            <a:ext cx="183204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Center aligned</a:t>
            </a:r>
            <a:br>
              <a:rPr sz="1800"/>
            </a:b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line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8818560" y="1279440"/>
            <a:ext cx="16552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Right aligned</a:t>
            </a:r>
            <a:br>
              <a:rPr sz="1800"/>
            </a:b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line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 rot="600000">
            <a:off x="2424600" y="3491640"/>
            <a:ext cx="202464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500000"/>
                </a:solidFill>
                <a:effectLst/>
                <a:uFillTx/>
                <a:latin typeface="Calibri"/>
              </a:rPr>
              <a:t>Rotation 10°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Line spacing default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