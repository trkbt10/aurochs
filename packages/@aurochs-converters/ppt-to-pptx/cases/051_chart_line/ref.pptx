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png" ContentType="image/png"/>
  <Default Extension="jpeg" ContentType="image/jpeg"/>
  <Override PartName="/_rels/.rels" ContentType="application/vnd.openxmlformats-package.relationships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  <Override PartName="/ppt/_rels/presentation.xml.rels" ContentType="application/vnd.openxmlformats-package.relationships+xml"/>
  <Override PartName="/ppt/presentation.xml" ContentType="application/vnd.openxmlformats-officedocument.presentationml.presentation.main+xml"/>
  <Override PartName="/ppt/slideMasters/_rels/slideMaster1.xml.rels" ContentType="application/vnd.openxmlformats-package.relationships+xml"/>
  <Override PartName="/ppt/slideMasters/slideMaster1.xml" ContentType="application/vnd.openxmlformats-officedocument.presentationml.slideMaster+xml"/>
  <Override PartName="/ppt/presProps.xml" ContentType="application/vnd.openxmlformats-officedocument.presentationml.presProps+xml"/>
  <Override PartName="/ppt/theme/theme1.xml" ContentType="application/vnd.openxmlformats-officedocument.theme+xml"/>
  <Override PartName="/ppt/slideLayouts/_rels/slideLayout1.xml.rels" ContentType="application/vnd.openxmlformats-package.relationships+xml"/>
  <Override PartName="/ppt/slideLayouts/slideLayout1.xml" ContentType="application/vnd.openxmlformats-officedocument.presentationml.slideLayout+xml"/>
  <Override PartName="/ppt/slides/_rels/slide1.xml.rels" ContentType="application/vnd.openxmlformats-package.relationships+xml"/>
  <Override PartName="/ppt/slides/slide1.xml" ContentType="application/vnd.openxmlformats-officedocument.presentationml.slide+xml"/>
  <Override PartName="/ppt/charts/chart1.xml" ContentType="application/vnd.openxmlformats-officedocument.drawingml.chart+xml"/>
</Types>
</file>

<file path=_rels/.rels><?xml version="1.0" encoding="UTF-8"?>
<Relationships xmlns="http://schemas.openxmlformats.org/package/2006/relationships"><Relationship Id="rId1" Type="http://schemas.openxmlformats.org/officedocument/2006/relationships/metadata/core-properties" Target="docProps/core.xml"/><Relationship Id="rId2" Type="http://schemas.openxmlformats.org/officeDocument/2006/relationships/extended-properties" Target="docProps/app.xml"/><Relationship Id="rId3" Type="http://schemas.openxmlformats.org/officeDocument/2006/relationships/custom-properties" Target="docProps/custom.xml"/><Relationship Id="rId4" Type="http://schemas.openxmlformats.org/officeDocument/2006/relationships/officeDocument" Target="ppt/presentation.xml"/>
</Relationships>
</file>

<file path=ppt/presentation.xml><?xml version="1.0" encoding="utf-8"?>
<p:presentation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sldMasterIdLst>
    <p:sldMasterId id="2147483648" r:id="rId2"/>
  </p:sldMasterIdLst>
  <p:sldIdLst>
    <p:sldId id="256" r:id="rId3"/>
  </p:sldIdLst>
  <p:sldSz cx="12193588" cy="6858000"/>
  <p:notesSz cx="7559675" cy="10691813"/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/>
</p:presentationPr>
</file>

<file path=ppt/_rels/presentation.xml.rels><?xml version="1.0" encoding="UTF-8"?>
<Relationships xmlns="http://schemas.openxmlformats.org/package/2006/relationships"><Relationship Id="rId1" Type="http://schemas.openxmlformats.org/officeDocument/2006/relationships/theme" Target="theme/theme1.xml"/><Relationship Id="rId2" Type="http://schemas.openxmlformats.org/officeDocument/2006/relationships/slideMaster" Target="slideMasters/slideMaster1.xml"/><Relationship Id="rId3" Type="http://schemas.openxmlformats.org/officeDocument/2006/relationships/slide" Target="slides/slide1.xml"/><Relationship Id="rId4" Type="http://schemas.openxmlformats.org/officeDocument/2006/relationships/presProps" Target="presProps.xml"/>
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lang val="en-US"/>
  <c:roundedCorners val="0"/>
  <c:chart>
    <c:title>
      <c:tx>
        <c:rich>
          <a:bodyPr rot="0"/>
          <a:lstStyle/>
          <a:p>
            <a:pPr>
              <a:defRPr b="0" sz="1300" strike="noStrike" u="none">
                <a:solidFill>
                  <a:srgbClr val="000000"/>
                </a:solidFill>
                <a:uFillTx/>
                <a:latin typeface="Arial"/>
              </a:defRPr>
            </a:pPr>
            <a:r>
              <a:rPr b="1" sz="2160" strike="noStrike" u="none">
                <a:solidFill>
                  <a:srgbClr val="000000"/>
                </a:solidFill>
                <a:uFillTx/>
                <a:latin typeface="Calibri"/>
              </a:rPr>
              <a:t>Temp</a:t>
            </a:r>
          </a:p>
        </c:rich>
      </c:tx>
      <c:overlay val="0"/>
      <c:spPr>
        <a:noFill/>
        <a:ln w="0">
          <a:noFill/>
        </a:ln>
      </c:spPr>
    </c:title>
    <c:autoTitleDeleted val="0"/>
    <c:plotArea>
      <c:lineChart>
        <c:grouping val="standard"/>
        <c:varyColors val="0"/>
        <c:ser>
          <c:idx val="0"/>
          <c:order val="0"/>
          <c:tx>
            <c:strRef>
              <c:f>label 0</c:f>
              <c:strCache>
                <c:ptCount val="1"/>
                <c:pt idx="0">
                  <c:v>Temp</c:v>
                </c:pt>
              </c:strCache>
            </c:strRef>
          </c:tx>
          <c:spPr>
            <a:solidFill>
              <a:srgbClr val="4a7ebb"/>
            </a:solidFill>
            <a:ln w="28440">
              <a:solidFill>
                <a:srgbClr val="4a7ebb"/>
              </a:solidFill>
              <a:round/>
            </a:ln>
          </c:spPr>
          <c:dLbls>
            <c:txPr>
              <a:bodyPr wrap="none"/>
              <a:lstStyle/>
              <a:p>
                <a:pPr>
                  <a:defRPr b="0" sz="1000" strike="noStrike" u="none">
                    <a:solidFill>
                      <a:srgbClr val="000000"/>
                    </a:solidFill>
                    <a:uFillTx/>
                    <a:latin typeface="Arial"/>
                  </a:defRPr>
                </a:pPr>
              </a:p>
            </c:txPr>
            <c:showLegendKey val="0"/>
            <c:showVal val="0"/>
            <c:showCatName val="0"/>
            <c:showSerName val="0"/>
            <c:showPercent val="0"/>
            <c:separator> </c:separator>
            <c:showLeaderLines val="1"/>
            <c:leaderLines>
              <c:spPr>
                <a:ln w="28440">
                  <a:solidFill>
                    <a:srgbClr val="000000"/>
                  </a:solidFill>
                </a:ln>
              </c:spPr>
            </c:leaderLines>
            <c:extLst>
              <c:ext xmlns:c15="http://schemas.microsoft.com/office/drawing/2012/chart" uri="{CE6537A1-D6FC-4f65-9D91-7224C49458BB}">
                <c15:showLeaderLines val="1"/>
              </c:ext>
            </c:extLst>
          </c:dLbls>
          <c:cat>
            <c:strRef>
              <c:f>categories</c:f>
              <c:strCache>
                <c:ptCount val="5"/>
                <c:pt idx="0">
                  <c:v>Jan</c:v>
                </c:pt>
                <c:pt idx="1">
                  <c:v>Feb</c:v>
                </c:pt>
                <c:pt idx="2">
                  <c:v>Mar</c:v>
                </c:pt>
                <c:pt idx="3">
                  <c:v>Apr</c:v>
                </c:pt>
                <c:pt idx="4">
                  <c:v>May</c:v>
                </c:pt>
              </c:strCache>
            </c:strRef>
          </c:cat>
          <c:val>
            <c:numRef>
              <c:f>0</c:f>
              <c:numCache>
                <c:formatCode>General</c:formatCode>
                <c:ptCount val="5"/>
                <c:pt idx="0">
                  <c:v>4.2</c:v>
                </c:pt>
                <c:pt idx="1">
                  <c:v>5.1</c:v>
                </c:pt>
                <c:pt idx="2">
                  <c:v>9.3</c:v>
                </c:pt>
                <c:pt idx="3">
                  <c:v>13.2</c:v>
                </c:pt>
                <c:pt idx="4">
                  <c:v>18</c:v>
                </c:pt>
              </c:numCache>
            </c:numRef>
          </c:val>
          <c:smooth val="0"/>
        </c:ser>
        <c:hiLowLines>
          <c:spPr>
            <a:ln w="0">
              <a:noFill/>
            </a:ln>
          </c:spPr>
        </c:hiLowLines>
        <c:marker val="1"/>
        <c:axId val="67790367"/>
        <c:axId val="87877092"/>
      </c:lineChart>
      <c:catAx>
        <c:axId val="67790367"/>
        <c:scaling>
          <c:orientation val="minMax"/>
        </c:scaling>
        <c:delete val="0"/>
        <c:axPos val="b"/>
        <c:numFmt formatCode="[$-409]mm/dd/yyyy" sourceLinked="1"/>
        <c:majorTickMark val="out"/>
        <c:minorTickMark val="none"/>
        <c:tickLblPos val="nextTo"/>
        <c:spPr>
          <a:ln w="9360">
            <a:solidFill>
              <a:srgbClr val="878787"/>
            </a:solidFill>
            <a:round/>
          </a:ln>
        </c:spPr>
        <c:txPr>
          <a:bodyPr/>
          <a:lstStyle/>
          <a:p>
            <a:pPr>
              <a:defRPr b="0" sz="1800" strike="noStrike" u="none">
                <a:solidFill>
                  <a:srgbClr val="000000"/>
                </a:solidFill>
                <a:uFillTx/>
                <a:latin typeface="Calibri"/>
              </a:defRPr>
            </a:pPr>
          </a:p>
        </c:txPr>
        <c:crossAx val="87877092"/>
        <c:crosses val="autoZero"/>
        <c:auto val="1"/>
        <c:lblAlgn val="ctr"/>
        <c:lblOffset val="100"/>
        <c:noMultiLvlLbl val="0"/>
      </c:catAx>
      <c:valAx>
        <c:axId val="87877092"/>
        <c:scaling>
          <c:orientation val="minMax"/>
        </c:scaling>
        <c:delete val="0"/>
        <c:axPos val="l"/>
        <c:majorGridlines>
          <c:spPr>
            <a:ln w="9360">
              <a:solidFill>
                <a:srgbClr val="878787"/>
              </a:solidFill>
              <a:round/>
            </a:ln>
          </c:spPr>
        </c:majorGridlines>
        <c:numFmt formatCode="General" sourceLinked="1"/>
        <c:majorTickMark val="out"/>
        <c:minorTickMark val="none"/>
        <c:tickLblPos val="nextTo"/>
        <c:spPr>
          <a:ln w="9360">
            <a:solidFill>
              <a:srgbClr val="878787"/>
            </a:solidFill>
            <a:round/>
          </a:ln>
        </c:spPr>
        <c:txPr>
          <a:bodyPr/>
          <a:lstStyle/>
          <a:p>
            <a:pPr>
              <a:defRPr b="0" sz="1800" strike="noStrike" u="none">
                <a:solidFill>
                  <a:srgbClr val="000000"/>
                </a:solidFill>
                <a:uFillTx/>
                <a:latin typeface="Calibri"/>
              </a:defRPr>
            </a:pPr>
          </a:p>
        </c:txPr>
        <c:crossAx val="67790367"/>
        <c:crosses val="autoZero"/>
        <c:crossBetween val="between"/>
      </c:valAx>
      <c:spPr>
        <a:noFill/>
        <a:ln w="0">
          <a:noFill/>
        </a:ln>
      </c:spPr>
    </c:plotArea>
    <c:plotVisOnly val="1"/>
    <c:dispBlanksAs val="gap"/>
  </c:chart>
  <c:spPr>
    <a:noFill/>
    <a:ln w="0">
      <a:noFill/>
    </a:ln>
  </c:spPr>
</c:chartSpace>
</file>

<file path=ppt/slideLayouts/_rels/slideLayout1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slideLayout1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Title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0" name="PlaceHolder 1"/>
          <p:cNvSpPr>
            <a:spLocks noGrp="1"/>
          </p:cNvSpPr>
          <p:nvPr>
            <p:ph type="dt" idx="1"/>
          </p:nvPr>
        </p:nvSpPr>
        <p:spPr>
          <a:xfrm>
            <a:off x="457200" y="6356160"/>
            <a:ext cx="2131920" cy="36324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>
              <a:lnSpc>
                <a:spcPct val="100000"/>
              </a:lnSpc>
              <a:spcBef>
                <a:spcPts val="11"/>
              </a:spcBef>
              <a:spcAft>
                <a:spcPts val="11"/>
              </a:spcAft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  <a:defRPr b="0" lang="en-US" sz="1200" strike="noStrike" u="none">
                <a:solidFill>
                  <a:srgbClr val="8b8b8b"/>
                </a:solidFill>
                <a:effectLst/>
                <a:uFillTx/>
                <a:latin typeface="Calibri"/>
                <a:ea typeface="DejaVu Sans"/>
              </a:defRPr>
            </a:lvl1pPr>
          </a:lstStyle>
          <a:p>
            <a:pPr indent="0">
              <a:lnSpc>
                <a:spcPct val="100000"/>
              </a:lnSpc>
              <a:spcBef>
                <a:spcPts val="11"/>
              </a:spcBef>
              <a:spcAft>
                <a:spcPts val="11"/>
              </a:spcAft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US" sz="1200" strike="noStrike" u="none">
                <a:solidFill>
                  <a:srgbClr val="8b8b8b"/>
                </a:solidFill>
                <a:effectLst/>
                <a:uFillTx/>
                <a:latin typeface="Calibri"/>
                <a:ea typeface="DejaVu Sans"/>
              </a:rPr>
              <a:t>&lt;date/time&gt;</a:t>
            </a:r>
            <a:endParaRPr b="0" lang="en-US" sz="12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" name="PlaceHolder 2"/>
          <p:cNvSpPr>
            <a:spLocks noGrp="1"/>
          </p:cNvSpPr>
          <p:nvPr>
            <p:ph type="ftr" idx="2"/>
          </p:nvPr>
        </p:nvSpPr>
        <p:spPr>
          <a:xfrm>
            <a:off x="3123720" y="6356160"/>
            <a:ext cx="2894040" cy="36324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ctr">
              <a:lnSpc>
                <a:spcPct val="100000"/>
              </a:lnSpc>
              <a:spcBef>
                <a:spcPts val="11"/>
              </a:spcBef>
              <a:spcAft>
                <a:spcPts val="11"/>
              </a:spcAft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  <a:defRPr b="0" lang="en-US" sz="1400" strike="noStrike" u="none">
                <a:solidFill>
                  <a:srgbClr val="000000"/>
                </a:solidFill>
                <a:effectLst/>
                <a:uFillTx/>
                <a:latin typeface="Times New Roman"/>
                <a:ea typeface="DejaVu Sans"/>
              </a:defRPr>
            </a:lvl1pPr>
          </a:lstStyle>
          <a:p>
            <a:pPr indent="0" algn="ctr">
              <a:lnSpc>
                <a:spcPct val="100000"/>
              </a:lnSpc>
              <a:spcBef>
                <a:spcPts val="11"/>
              </a:spcBef>
              <a:spcAft>
                <a:spcPts val="11"/>
              </a:spcAft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US" sz="1400" strike="noStrike" u="none">
                <a:solidFill>
                  <a:srgbClr val="000000"/>
                </a:solidFill>
                <a:effectLst/>
                <a:uFillTx/>
                <a:latin typeface="Times New Roman"/>
                <a:ea typeface="DejaVu Sans"/>
              </a:rPr>
              <a:t>&lt;footer&gt;</a:t>
            </a:r>
            <a:endParaRPr b="0" lang="en-US" sz="14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" name="PlaceHolder 3"/>
          <p:cNvSpPr>
            <a:spLocks noGrp="1"/>
          </p:cNvSpPr>
          <p:nvPr>
            <p:ph type="sldNum" idx="3"/>
          </p:nvPr>
        </p:nvSpPr>
        <p:spPr>
          <a:xfrm>
            <a:off x="6552720" y="6356160"/>
            <a:ext cx="2132280" cy="36324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r">
              <a:lnSpc>
                <a:spcPct val="100000"/>
              </a:lnSpc>
              <a:spcBef>
                <a:spcPts val="11"/>
              </a:spcBef>
              <a:spcAft>
                <a:spcPts val="11"/>
              </a:spcAft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  <a:defRPr b="0" lang="en-US" sz="1200" strike="noStrike" u="none">
                <a:solidFill>
                  <a:srgbClr val="8b8b8b"/>
                </a:solidFill>
                <a:effectLst/>
                <a:uFillTx/>
                <a:latin typeface="Calibri"/>
                <a:ea typeface="DejaVu Sans"/>
              </a:defRPr>
            </a:lvl1pPr>
          </a:lstStyle>
          <a:p>
            <a:pPr indent="0" algn="r">
              <a:lnSpc>
                <a:spcPct val="100000"/>
              </a:lnSpc>
              <a:spcBef>
                <a:spcPts val="11"/>
              </a:spcBef>
              <a:spcAft>
                <a:spcPts val="11"/>
              </a:spcAft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fld id="{A9F1FD03-72D6-4C7A-8B38-BE06AFCA6927}" type="slidenum">
              <a:rPr b="0" lang="en-US" sz="1200" strike="noStrike" u="none">
                <a:solidFill>
                  <a:srgbClr val="8b8b8b"/>
                </a:solidFill>
                <a:effectLst/>
                <a:uFillTx/>
                <a:latin typeface="Calibri"/>
                <a:ea typeface="DejaVu Sans"/>
              </a:rPr>
              <a:t>&lt;number&gt;</a:t>
            </a:fld>
            <a:endParaRPr b="0" lang="en-US" sz="12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sldLayout>
</file>

<file path=ppt/slideMasters/_rels/slideMaster1.xml.rels><?xml version="1.0" encoding="UTF-8"?>
<Relationships xmlns="http://schemas.openxmlformats.org/package/2006/relationships"><Relationship Id="rId1" Type="http://schemas.openxmlformats.org/officeDocument/2006/relationships/theme" Target="../theme/theme1.xml"/><Relationship Id="rId2" Type="http://schemas.openxmlformats.org/officeDocument/2006/relationships/slideLayout" Target="../slideLayouts/slideLayout1.xml"/>
</Relationships>
</file>

<file path=ppt/slideMasters/slideMaster1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2"/>
  </p:sldLayoutIdLst>
</p:sldMaster>
</file>

<file path=ppt/slides/_rels/slide1.xml.rels><?xml version="1.0" encoding="UTF-8"?>
<Relationships xmlns="http://schemas.openxmlformats.org/package/2006/relationships"><Relationship Id="rId1" Type="http://schemas.openxmlformats.org/officeDocument/2006/relationships/chart" Target="../charts/chart1.xml"/><Relationship Id="rId2" Type="http://schemas.openxmlformats.org/officeDocument/2006/relationships/slideLayout" Target="../slideLayouts/slideLayout1.xml"/>
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"/>
          <p:cNvSpPr/>
          <p:nvPr/>
        </p:nvSpPr>
        <p:spPr>
          <a:xfrm>
            <a:off x="3556080" y="274680"/>
            <a:ext cx="5140080" cy="6998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45000" bIns="45000" anchor="t">
            <a:spAutoFit/>
          </a:bodyPr>
          <a:p>
            <a:pPr>
              <a:lnSpc>
                <a:spcPct val="100000"/>
              </a:lnSpc>
              <a:spcBef>
                <a:spcPts val="11"/>
              </a:spcBef>
              <a:spcAft>
                <a:spcPts val="11"/>
              </a:spcAft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  <a:tab algn="l" pos="10972800"/>
              </a:tabLst>
            </a:pPr>
            <a:r>
              <a:rPr b="0" lang="en-US" sz="4000" strike="noStrike" u="none">
                <a:solidFill>
                  <a:srgbClr val="000000"/>
                </a:solidFill>
                <a:effectLst/>
                <a:uFillTx/>
                <a:latin typeface="Calibri"/>
              </a:rPr>
              <a:t>Chart: line with markers</a:t>
            </a:r>
            <a:endParaRPr b="0" lang="en-US" sz="4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graphicFrame>
        <p:nvGraphicFramePr>
          <p:cNvPr id="4" name=""/>
          <p:cNvGraphicFramePr/>
          <p:nvPr/>
        </p:nvGraphicFramePr>
        <p:xfrm>
          <a:off x="914400" y="1646280"/>
          <a:ext cx="10515600" cy="475452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1"/>
          </a:graphicData>
        </a:graphic>
      </p:graphicFrame>
    </p:spTree>
  </p:cSld>
</p:sld>
</file>

<file path=ppt/theme/theme1.xml><?xml version="1.0" encoding="utf-8"?>
<a:theme xmlns:a="http://schemas.openxmlformats.org/drawingml/2006/main" xmlns:r="http://schemas.openxmlformats.org/officeDocument/2006/relationships" name="Office">
  <a:themeElements>
    <a:clrScheme name="LibreOffice">
      <a:dk1>
        <a:srgbClr val="000000"/>
      </a:dk1>
      <a:lt1>
        <a:srgbClr val="ffffff"/>
      </a:lt1>
      <a:dk2>
        <a:srgbClr val="000000"/>
      </a:dk2>
      <a:lt2>
        <a:srgbClr val="ffffff"/>
      </a:lt2>
      <a:accent1>
        <a:srgbClr val="18a303"/>
      </a:accent1>
      <a:accent2>
        <a:srgbClr val="0369a3"/>
      </a:accent2>
      <a:accent3>
        <a:srgbClr val="a33e03"/>
      </a:accent3>
      <a:accent4>
        <a:srgbClr val="8e03a3"/>
      </a:accent4>
      <a:accent5>
        <a:srgbClr val="c99c00"/>
      </a:accent5>
      <a:accent6>
        <a:srgbClr val="c9211e"/>
      </a:accent6>
      <a:hlink>
        <a:srgbClr val="0000ee"/>
      </a:hlink>
      <a:folHlink>
        <a:srgbClr val="551a8b"/>
      </a:folHlink>
    </a:clrScheme>
    <a:fontScheme name="Office">
      <a:majorFont>
        <a:latin typeface="Arial" pitchFamily="0" charset="1"/>
        <a:ea typeface="DejaVu Sans" pitchFamily="0" charset="1"/>
        <a:cs typeface="DejaVu Sans" pitchFamily="0" charset="1"/>
      </a:majorFont>
      <a:minorFont>
        <a:latin typeface="Arial" pitchFamily="0" charset="1"/>
        <a:ea typeface="DejaVu Sans" pitchFamily="0" charset="1"/>
        <a:cs typeface="DejaVu Sans" pitchFamily="0" charset="1"/>
      </a:minorFont>
    </a:fontScheme>
    <a:fmtScheme>
      <a:fillStyleLst>
        <a:solidFill>
          <a:schemeClr val="phClr"/>
        </a:solidFill>
        <a:solidFill>
          <a:schemeClr val="phClr"/>
        </a:solidFill>
        <a:solidFill>
          <a:schemeClr val="phClr"/>
        </a:solidFill>
      </a:fillStyleLst>
      <a:lnStyleLst>
        <a:ln w="6350" cap="flat" cmpd="sng" algn="ctr">
          <a:prstDash val="solid"/>
          <a:miter/>
        </a:ln>
        <a:ln w="6350" cap="flat" cmpd="sng" algn="ctr">
          <a:prstDash val="solid"/>
          <a:miter/>
        </a:ln>
        <a:ln w="6350" cap="flat" cmpd="sng" algn="ctr">
          <a:prstDash val="solid"/>
          <a:miter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/>
        </a:solidFill>
        <a:solidFill>
          <a:schemeClr val="phClr"/>
        </a:solidFill>
      </a:bgFillStyleLst>
    </a:fmtScheme>
  </a:themeElements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1</TotalTime>
  <Application>LibreOffice/25.2.3.2$Linux_X86_64 LibreOffice_project/520$Build-2</Application>
  <AppVersion>15.0000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terms:created xsi:type="dcterms:W3CDTF">2013-01-27T09:14:16Z</dcterms:created>
  <dc:creator/>
  <dc:description>generated using python-pptx</dc:description>
  <dc:language>en-US</dc:language>
  <cp:lastModifiedBy>Steve Canny</cp:lastModifiedBy>
  <dcterms:modified xsi:type="dcterms:W3CDTF">2013-01-27T09:15:58Z</dcterms:modified>
  <cp:revision>1</cp:revision>
  <dc:subject/>
  <dc:title/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PresentationFormat">
    <vt:lpwstr>On-screen Show (4:3)</vt:lpwstr>
  </property>
</Properties>
</file>