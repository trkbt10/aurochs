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</c:v>
                </c:pt>
                <c:pt idx="1">
                  <c:v>5.1</c:v>
                </c:pt>
                <c:pt idx="2">
                  <c:v>9.3</c:v>
                </c:pt>
                <c:pt idx="3">
                  <c:v>13.2</c:v>
                </c:pt>
                <c:pt idx="4">
                  <c:v>18.0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Chart: line with markers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10515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