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/>
              <a:t>Text: runs &amp; styles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0000"/>
                </a:solidFill>
              </a:rPr>
              <a:t>Bold </a:t>
            </a:r>
            <a:r>
              <a:rPr sz="2800" i="1">
                <a:solidFill>
                  <a:srgbClr val="000000"/>
                </a:solidFill>
              </a:rPr>
              <a:t>Italic </a:t>
            </a:r>
            <a:r>
              <a:rPr sz="2800" u="sng">
                <a:solidFill>
                  <a:srgbClr val="000000"/>
                </a:solidFill>
              </a:rPr>
              <a:t>Underline </a:t>
            </a:r>
            <a:r>
              <a:rPr sz="2800">
                <a:solidFill>
                  <a:srgbClr val="DC143C"/>
                </a:solidFill>
              </a:rPr>
              <a:t>Color</a:t>
            </a:r>
          </a:p>
          <a:p>
            <a:pPr algn="l"/>
            <a:r>
              <a:rPr sz="1200">
                <a:solidFill>
                  <a:srgbClr val="006400"/>
                </a:solidFill>
              </a:rPr>
              <a:t>12 </a:t>
            </a:r>
            <a:r>
              <a:rPr sz="1800">
                <a:solidFill>
                  <a:srgbClr val="006400"/>
                </a:solidFill>
              </a:rPr>
              <a:t>18 </a:t>
            </a:r>
            <a:r>
              <a:rPr sz="2400">
                <a:solidFill>
                  <a:srgbClr val="006400"/>
                </a:solidFill>
              </a:rPr>
              <a:t>24 </a:t>
            </a:r>
            <a:r>
              <a:rPr sz="3600">
                <a:solidFill>
                  <a:srgbClr val="006400"/>
                </a:solidFill>
              </a:rPr>
              <a:t>36</a:t>
            </a:r>
          </a:p>
          <a:p>
            <a:pPr algn="l"/>
            <a:r>
              <a:rPr sz="2400">
                <a:solidFill>
                  <a:srgbClr val="000080"/>
                </a:solidFill>
              </a:rPr>
              <a:t>日本語テキスト / Emoji 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