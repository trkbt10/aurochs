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36BABD-3CC3-4BC0-8C5C-E95D49E768C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4140720" y="274680"/>
            <a:ext cx="397080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Text: runs &amp; styles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"/>
          <p:cNvSpPr/>
          <p:nvPr/>
        </p:nvSpPr>
        <p:spPr>
          <a:xfrm>
            <a:off x="822240" y="1371600"/>
            <a:ext cx="10972800" cy="143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Bold </a:t>
            </a:r>
            <a:r>
              <a:rPr b="0" i="1" lang="en-US" sz="2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Italic </a:t>
            </a:r>
            <a:r>
              <a:rPr b="0" lang="en-US" sz="2800" strike="noStrike" u="sng">
                <a:solidFill>
                  <a:srgbClr val="000000"/>
                </a:solidFill>
                <a:effectLst/>
                <a:uFillTx/>
                <a:latin typeface="Calibri"/>
              </a:rPr>
              <a:t>Underline </a:t>
            </a:r>
            <a:r>
              <a:rPr b="0" lang="en-US" sz="2800" strike="noStrike" u="none">
                <a:solidFill>
                  <a:srgbClr val="dc143c"/>
                </a:solidFill>
                <a:effectLst/>
                <a:uFillTx/>
                <a:latin typeface="Calibri"/>
              </a:rPr>
              <a:t>Color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1200" strike="noStrike" u="none">
                <a:solidFill>
                  <a:srgbClr val="006400"/>
                </a:solidFill>
                <a:effectLst/>
                <a:uFillTx/>
                <a:latin typeface="Calibri"/>
              </a:rPr>
              <a:t>12 </a:t>
            </a:r>
            <a:r>
              <a:rPr b="0" lang="en-US" sz="1800" strike="noStrike" u="none">
                <a:solidFill>
                  <a:srgbClr val="006400"/>
                </a:solidFill>
                <a:effectLst/>
                <a:uFillTx/>
                <a:latin typeface="Calibri"/>
              </a:rPr>
              <a:t>18 </a:t>
            </a:r>
            <a:r>
              <a:rPr b="0" lang="en-US" sz="2400" strike="noStrike" u="none">
                <a:solidFill>
                  <a:srgbClr val="006400"/>
                </a:solidFill>
                <a:effectLst/>
                <a:uFillTx/>
                <a:latin typeface="Calibri"/>
              </a:rPr>
              <a:t>24 </a:t>
            </a:r>
            <a:r>
              <a:rPr b="0" lang="en-US" sz="3600" strike="noStrike" u="none">
                <a:solidFill>
                  <a:srgbClr val="006400"/>
                </a:solidFill>
                <a:effectLst/>
                <a:uFillTx/>
                <a:latin typeface="Calibri"/>
              </a:rPr>
              <a:t>36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zh-CN" sz="2400" strike="noStrike" u="none">
                <a:solidFill>
                  <a:srgbClr val="000080"/>
                </a:solidFill>
                <a:effectLst/>
                <a:uFillTx/>
                <a:latin typeface="Calibri"/>
              </a:rPr>
              <a:t>日本語テキスト </a:t>
            </a:r>
            <a:r>
              <a:rPr b="0" lang="en-US" sz="2400" strike="noStrike" u="none">
                <a:solidFill>
                  <a:srgbClr val="000080"/>
                </a:solidFill>
                <a:effectLst/>
                <a:uFillTx/>
                <a:latin typeface="Calibri"/>
              </a:rPr>
              <a:t>/ Emoji 😀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