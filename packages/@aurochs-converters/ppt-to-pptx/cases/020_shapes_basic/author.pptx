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/>
              <a:t>Shapes: basic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554480"/>
            <a:ext cx="3657600" cy="1828800"/>
          </a:xfrm>
          <a:prstGeom prst="rect">
            <a:avLst/>
          </a:prstGeom>
          <a:solidFill>
            <a:srgbClr val="FFD700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Rectangle</a:t>
            </a:r>
          </a:p>
        </p:txBody>
      </p:sp>
      <p:sp>
        <p:nvSpPr>
          <p:cNvPr id="4" name="Oval 3"/>
          <p:cNvSpPr/>
          <p:nvPr/>
        </p:nvSpPr>
        <p:spPr>
          <a:xfrm>
            <a:off x="5486400" y="1554480"/>
            <a:ext cx="3657600" cy="1828800"/>
          </a:xfrm>
          <a:prstGeom prst="ellipse">
            <a:avLst/>
          </a:prstGeom>
          <a:solidFill>
            <a:srgbClr val="87CEFA"/>
          </a:solidFill>
          <a:ln w="38100">
            <a:solidFill>
              <a:srgbClr val="1919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Oval</a:t>
            </a:r>
          </a:p>
        </p:txBody>
      </p:sp>
      <p:sp>
        <p:nvSpPr>
          <p:cNvPr id="5" name="Isosceles Triangle 4"/>
          <p:cNvSpPr/>
          <p:nvPr/>
        </p:nvSpPr>
        <p:spPr>
          <a:xfrm rot="900000">
            <a:off x="3200400" y="3657600"/>
            <a:ext cx="2743200" cy="2286000"/>
          </a:xfrm>
          <a:prstGeom prst="triangle">
            <a:avLst/>
          </a:prstGeom>
          <a:solidFill>
            <a:srgbClr val="98FB98"/>
          </a:solidFill>
          <a:ln w="25400">
            <a:solidFill>
              <a:srgbClr val="006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t>Triangle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