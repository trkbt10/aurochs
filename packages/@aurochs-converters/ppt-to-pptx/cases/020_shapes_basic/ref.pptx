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41FAF4-9DD4-4464-9C3A-61ED52C30E82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4660560" y="274680"/>
            <a:ext cx="293112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Shapes: basic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914400" y="1554120"/>
            <a:ext cx="3657600" cy="1828800"/>
          </a:xfrm>
          <a:prstGeom prst="rect">
            <a:avLst/>
          </a:prstGeom>
          <a:solidFill>
            <a:srgbClr val="ffd700"/>
          </a:solidFill>
          <a:ln w="25560">
            <a:solidFill>
              <a:srgbClr val="000000"/>
            </a:solidFill>
            <a:round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Rectangle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5486400" y="1554120"/>
            <a:ext cx="3657600" cy="1828800"/>
          </a:xfrm>
          <a:prstGeom prst="ellipse">
            <a:avLst/>
          </a:prstGeom>
          <a:solidFill>
            <a:srgbClr val="87cefa"/>
          </a:solidFill>
          <a:ln w="38160">
            <a:solidFill>
              <a:srgbClr val="191970"/>
            </a:solidFill>
            <a:round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Oval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 rot="900000">
            <a:off x="3201840" y="3657240"/>
            <a:ext cx="2743200" cy="2286000"/>
          </a:xfrm>
          <a:prstGeom prst="triangle">
            <a:avLst>
              <a:gd name="adj" fmla="val 50000"/>
            </a:avLst>
          </a:prstGeom>
          <a:solidFill>
            <a:srgbClr val="98fb98"/>
          </a:solidFill>
          <a:ln w="25560">
            <a:solidFill>
              <a:srgbClr val="006400"/>
            </a:solidFill>
            <a:round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Triangle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