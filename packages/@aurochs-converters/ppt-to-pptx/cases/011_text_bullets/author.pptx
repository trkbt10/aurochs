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Text: bullets &amp; indent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Level 0 - item A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Level 0 - item B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Level 1 - sub 1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Level 1 - sub 2</a:t>
            </a:r>
          </a:p>
          <a:p>
            <a:pPr lvl="2">
              <a:defRPr sz="2000">
                <a:solidFill>
                  <a:srgbClr val="000000"/>
                </a:solidFill>
              </a:defRPr>
            </a:pPr>
            <a:r>
              <a:t>Level 2 - subsub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Back to level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