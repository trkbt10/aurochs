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76F0F61-4153-44FB-9D4F-715A5DBF050E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3814920" y="274680"/>
            <a:ext cx="46224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Text: bullets &amp; indent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914400" y="1371600"/>
            <a:ext cx="10972800" cy="21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 0 - item 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 0 - item B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 1 - sub 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 1 - sub 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Level 2 - subsub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Back to level 0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