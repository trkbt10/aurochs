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3588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16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3720" y="6356160"/>
            <a:ext cx="28940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2720" y="6356160"/>
            <a:ext cx="21322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114B9F2-7EEC-4640-8C5F-A767E8E7485C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https://www.libreoffice.org/" TargetMode="External"/><Relationship Id="rId2" Type="http://schemas.openxmlformats.org/officeDocument/2006/relationships/hyperlink" Target="https://example.com/" TargetMode="External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"/>
          <p:cNvSpPr/>
          <p:nvPr/>
        </p:nvSpPr>
        <p:spPr>
          <a:xfrm>
            <a:off x="5049720" y="274680"/>
            <a:ext cx="215280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9728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Hyperlink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"/>
          <p:cNvSpPr/>
          <p:nvPr/>
        </p:nvSpPr>
        <p:spPr>
          <a:xfrm>
            <a:off x="3993120" y="1828800"/>
            <a:ext cx="435780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sng">
                <a:solidFill>
                  <a:srgbClr val="ccccff"/>
                </a:solidFill>
                <a:effectLst/>
                <a:uFillTx/>
                <a:latin typeface="Calibri"/>
                <a:hlinkClick r:id="rId1"/>
              </a:rPr>
              <a:t>Open LibreOffice website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">
            <a:hlinkClick r:id="rId2"/>
          </p:cNvPr>
          <p:cNvSpPr/>
          <p:nvPr/>
        </p:nvSpPr>
        <p:spPr>
          <a:xfrm>
            <a:off x="4114800" y="4114800"/>
            <a:ext cx="3932280" cy="1279440"/>
          </a:xfrm>
          <a:prstGeom prst="roundRect">
            <a:avLst>
              <a:gd name="adj" fmla="val 16667"/>
            </a:avLst>
          </a:prstGeom>
          <a:solidFill>
            <a:srgbClr val="add8e6"/>
          </a:solidFill>
          <a:ln w="9360">
            <a:solidFill>
              <a:srgbClr val="4a7ebb"/>
            </a:solidFill>
            <a:round/>
          </a:ln>
          <a:effectLst>
            <a:outerShdw dist="23040" dir="5400000" blurRad="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Example.com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