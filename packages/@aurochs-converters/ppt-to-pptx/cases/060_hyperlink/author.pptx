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ibreoffice.org/" TargetMode="External"/><Relationship Id="rId3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Hyperlink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u="sng">
                <a:solidFill>
                  <a:srgbClr val="0000FF"/>
                </a:solidFill>
                <a:hlinkClick r:id="rId2"/>
              </a:rPr>
              <a:t>Open LibreOffice website</a:t>
            </a:r>
          </a:p>
        </p:txBody>
      </p:sp>
      <p:sp>
        <p:nvSpPr>
          <p:cNvPr id="4" name="Rounded Rectangle 3">
            <a:hlinkClick r:id="rId3"/>
          </p:cNvPr>
          <p:cNvSpPr/>
          <p:nvPr/>
        </p:nvSpPr>
        <p:spPr>
          <a:xfrm>
            <a:off x="4114800" y="4114800"/>
            <a:ext cx="3931920" cy="1280160"/>
          </a:xfrm>
          <a:prstGeom prst="round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