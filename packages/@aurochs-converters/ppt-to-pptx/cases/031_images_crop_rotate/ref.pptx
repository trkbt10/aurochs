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FD6A561-6FD2-4FA0-B546-13489627EC08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3786480" y="274680"/>
            <a:ext cx="467892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Images: crop &amp; rotate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" descr=""/>
          <p:cNvPicPr/>
          <p:nvPr/>
        </p:nvPicPr>
        <p:blipFill>
          <a:blip r:embed="rId1"/>
          <a:srcRect l="15000" t="10003" r="15000" b="10003"/>
          <a:stretch/>
        </p:blipFill>
        <p:spPr>
          <a:xfrm>
            <a:off x="1096920" y="1646280"/>
            <a:ext cx="5029200" cy="282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" descr=""/>
          <p:cNvPicPr/>
          <p:nvPr/>
        </p:nvPicPr>
        <p:blipFill>
          <a:blip r:embed="rId2"/>
          <a:stretch/>
        </p:blipFill>
        <p:spPr>
          <a:xfrm rot="20880000">
            <a:off x="6399000" y="1828440"/>
            <a:ext cx="4572000" cy="257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"/>
          <p:cNvSpPr/>
          <p:nvPr/>
        </p:nvSpPr>
        <p:spPr>
          <a:xfrm>
            <a:off x="4954320" y="6218280"/>
            <a:ext cx="325764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Crop: 15% L/R, 10% T/B. Rotate: -12°.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