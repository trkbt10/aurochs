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Images: crop &amp; rotate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rcRect l="15000" r="15000" t="10000" b="10000"/>
          <a:stretch>
            <a:fillRect/>
          </a:stretch>
        </p:blipFill>
        <p:spPr>
          <a:xfrm>
            <a:off x="1097280" y="1645920"/>
            <a:ext cx="5029200" cy="2828925"/>
          </a:xfrm>
          <a:prstGeom prst="rect">
            <a:avLst/>
          </a:prstGeom>
        </p:spPr>
      </p:pic>
      <p:pic>
        <p:nvPicPr>
          <p:cNvPr id="4" name="Picture 3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80000">
            <a:off x="6400800" y="1828800"/>
            <a:ext cx="4572000" cy="2571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Crop: 15% L/R, 10% T/B. Rotate: -12°.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