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Lines: dash &amp; arrows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828800"/>
            <a:ext cx="100584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2926080"/>
            <a:ext cx="10058400" cy="0"/>
          </a:xfrm>
          <a:prstGeom prst="line">
            <a:avLst/>
          </a:prstGeom>
          <a:ln w="50800">
            <a:solidFill>
              <a:srgbClr val="DC14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4023360"/>
            <a:ext cx="10058400" cy="0"/>
          </a:xfrm>
          <a:prstGeom prst="line">
            <a:avLst/>
          </a:prstGeom>
          <a:ln w="50800">
            <a:solidFill>
              <a:srgbClr val="1E90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23232"/>
                </a:solidFill>
              </a:rPr>
              <a:t>solid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23232"/>
                </a:solidFill>
              </a:rPr>
              <a:t>dash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23232"/>
                </a:solidFill>
              </a:rPr>
              <a:t>round dot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