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53E07A7-A730-4CDB-B383-9B0C73CC08FB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/>
          <p:nvPr/>
        </p:nvSpPr>
        <p:spPr>
          <a:xfrm>
            <a:off x="3898440" y="274680"/>
            <a:ext cx="44550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Lines: dash &amp; arrows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" name=""/>
          <p:cNvCxnSpPr/>
          <p:nvPr/>
        </p:nvCxnSpPr>
        <p:spPr>
          <a:xfrm>
            <a:off x="914400" y="1828800"/>
            <a:ext cx="10059120" cy="216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5" name=""/>
          <p:cNvCxnSpPr/>
          <p:nvPr/>
        </p:nvCxnSpPr>
        <p:spPr>
          <a:xfrm>
            <a:off x="914400" y="2925360"/>
            <a:ext cx="10059120" cy="2520"/>
          </a:xfrm>
          <a:prstGeom prst="straightConnector1">
            <a:avLst/>
          </a:prstGeom>
          <a:ln w="50760">
            <a:solidFill>
              <a:srgbClr val="dc143c"/>
            </a:solidFill>
            <a:prstDash val="dash"/>
            <a:round/>
          </a:ln>
        </p:spPr>
      </p:cxnSp>
      <p:cxnSp>
        <p:nvCxnSpPr>
          <p:cNvPr id="6" name=""/>
          <p:cNvCxnSpPr/>
          <p:nvPr/>
        </p:nvCxnSpPr>
        <p:spPr>
          <a:xfrm>
            <a:off x="914400" y="4022280"/>
            <a:ext cx="10059120" cy="2520"/>
          </a:xfrm>
          <a:prstGeom prst="straightConnector1">
            <a:avLst/>
          </a:prstGeom>
          <a:ln w="50760">
            <a:solidFill>
              <a:srgbClr val="1e90ff"/>
            </a:solidFill>
            <a:prstDash val="sysDot"/>
            <a:round/>
          </a:ln>
        </p:spPr>
      </p:cxnSp>
      <p:sp>
        <p:nvSpPr>
          <p:cNvPr id="7" name=""/>
          <p:cNvSpPr/>
          <p:nvPr/>
        </p:nvSpPr>
        <p:spPr>
          <a:xfrm>
            <a:off x="1591560" y="1646280"/>
            <a:ext cx="56628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solid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1589760" y="2743200"/>
            <a:ext cx="5702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dash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1372320" y="3840120"/>
            <a:ext cx="100476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round dot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