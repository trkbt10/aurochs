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solidFill>
                  <a:srgbClr val="000000"/>
                </a:solidFill>
              </a:rPr>
              <a:t>NOTE: line1</a:t>
            </a:r>
          </a:p>
          <a:p>
            <a:r>
              <a:rPr sz="1400">
                <a:solidFill>
                  <a:srgbClr val="000000"/>
                </a:solidFill>
              </a:rPr>
              <a:t>NOTE: line2</a:t>
            </a:r>
          </a:p>
          <a:p>
            <a:r>
              <a:rPr sz="1400">
                <a:solidFill>
                  <a:srgbClr val="000000"/>
                </a:solidFill>
              </a:rPr>
              <a:t>日本語ノート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Speaker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000000"/>
                </a:solidFill>
              </a:rPr>
              <a:t>This slide contains speaker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