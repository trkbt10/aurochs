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3588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txBody>
          <a:bodyPr lIns="90000" rIns="90000" tIns="45000" bIns="45000" anchor="ctr" anchorCtr="1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-36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5280" y="5078160"/>
            <a:ext cx="6046920" cy="48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7960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4"/>
          </p:nvPr>
        </p:nvSpPr>
        <p:spPr>
          <a:xfrm>
            <a:off x="4277880" y="0"/>
            <a:ext cx="327996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5"/>
          </p:nvPr>
        </p:nvSpPr>
        <p:spPr>
          <a:xfrm>
            <a:off x="0" y="10156680"/>
            <a:ext cx="327960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6"/>
          </p:nvPr>
        </p:nvSpPr>
        <p:spPr>
          <a:xfrm>
            <a:off x="4277880" y="10156680"/>
            <a:ext cx="327996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9B9E116-525A-4DE9-AECC-02D8C7D46B9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NOTE: line1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NOTE: line2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日本語ノート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EDE4712-AF1D-4CFD-B6AB-D932D3C1EF5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1A9663-F41F-4B00-88E4-C9B2D658AB08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4573080" y="274680"/>
            <a:ext cx="3106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Speaker notes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3672720" y="2193840"/>
            <a:ext cx="49989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 slide contains speaker notes.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