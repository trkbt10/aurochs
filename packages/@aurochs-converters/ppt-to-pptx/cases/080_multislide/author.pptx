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Multi-slide: 1/3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657600" cy="1828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Multi-slide: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000000"/>
                </a:solidFill>
              </a:rPr>
              <a:t>Slide 2 text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Multi-slide: 3/3</a:t>
            </a:r>
          </a:p>
        </p:txBody>
      </p:sp>
      <p:pic>
        <p:nvPicPr>
          <p:cNvPr id="3" name="Picture 2" descr="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