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562B9EE-4872-4A7F-ABAF-AF317BC02811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2520"/>
            <a:ext cx="109713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880"/>
            <a:ext cx="1097136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69120" bIns="0" anchor="t">
            <a:normAutofit lnSpcReduction="9999"/>
          </a:bodyPr>
          <a:p>
            <a:pPr marL="343080" indent="-343080">
              <a:lnSpc>
                <a:spcPct val="83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343080" indent="-343080">
              <a:lnSpc>
                <a:spcPct val="8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343080" indent="-343080">
              <a:lnSpc>
                <a:spcPct val="8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343080" indent="-343080">
              <a:lnSpc>
                <a:spcPct val="8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343080" indent="-343080">
              <a:lnSpc>
                <a:spcPct val="8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343080" indent="-343080">
              <a:lnSpc>
                <a:spcPct val="8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43080" indent="-343080">
              <a:lnSpc>
                <a:spcPct val="8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4452480" y="274680"/>
            <a:ext cx="33472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Multi-slide: 1/3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914400" y="1828800"/>
            <a:ext cx="3657600" cy="1828800"/>
          </a:xfrm>
          <a:prstGeom prst="rect">
            <a:avLst/>
          </a:prstGeom>
          <a:noFill/>
          <a:ln w="9360">
            <a:solidFill>
              <a:srgbClr val="4a7ebb"/>
            </a:solidFill>
            <a:round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4452480" y="274680"/>
            <a:ext cx="33472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Multi-slide: 2/3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4750200" y="1828800"/>
            <a:ext cx="23868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Slide 2 text box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4452480" y="274680"/>
            <a:ext cx="33472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Multi-slide: 3/3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1828800" y="1828800"/>
            <a:ext cx="8504280" cy="478296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