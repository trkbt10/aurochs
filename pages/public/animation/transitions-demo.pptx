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3000000" y="2500000"/>
            <a:ext cx="3000000" cy="1500000"/>
          </a:xfrm>
          <a:prstGeom prst="rect">
            <a:avLst/>
          </a:prstGeom>
          <a:solidFill>
            <a:srgbClr val="4F81BD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Fade</a:t>
            </a:r>
          </a:p>
        </p:txBody>
      </p:sp>
    </p:spTree>
  </p:cSld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3000000" y="2500000"/>
            <a:ext cx="3000000" cy="1500000"/>
          </a:xfrm>
          <a:prstGeom prst="rect">
            <a:avLst/>
          </a:prstGeom>
          <a:solidFill>
            <a:srgbClr val="C0504D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Push Left</a:t>
            </a:r>
          </a:p>
        </p:txBody>
      </p:sp>
    </p:spTree>
  </p:cSld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3000000" y="2500000"/>
            <a:ext cx="3000000" cy="1500000"/>
          </a:xfrm>
          <a:prstGeom prst="rect">
            <a:avLst/>
          </a:prstGeom>
          <a:solidFill>
            <a:srgbClr val="9BBB59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Wipe Right</a:t>
            </a:r>
          </a:p>
        </p:txBody>
      </p:sp>
    </p:spTree>
  </p:cSld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3000000" y="2500000"/>
            <a:ext cx="3000000" cy="1500000"/>
          </a:xfrm>
          <a:prstGeom prst="rect">
            <a:avLst/>
          </a:prstGeom>
          <a:solidFill>
            <a:srgbClr val="8064A2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Blinds</a:t>
            </a:r>
          </a:p>
        </p:txBody>
      </p:sp>
    </p:spTree>
  </p:cSld>
  <p:transition spd="med">
    <p:blinds dir="horz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3000000" y="2500000"/>
            <a:ext cx="3000000" cy="1500000"/>
          </a:xfrm>
          <a:prstGeom prst="rect">
            <a:avLst/>
          </a:prstGeom>
          <a:solidFill>
            <a:srgbClr val="4BACC6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Circle</a:t>
            </a:r>
          </a:p>
        </p:txBody>
      </p:sp>
    </p:spTree>
  </p:cSld>
  <p:transition spd="med">
    <p:circl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3000000" y="2500000"/>
            <a:ext cx="3000000" cy="1500000"/>
          </a:xfrm>
          <a:prstGeom prst="rect">
            <a:avLst/>
          </a:prstGeom>
          <a:solidFill>
            <a:srgbClr val="F79646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Diamond</a:t>
            </a:r>
          </a:p>
        </p:txBody>
      </p:sp>
    </p:spTree>
  </p:cSld>
  <p:transition spd="med">
    <p:diamond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3000000" y="2500000"/>
            <a:ext cx="3000000" cy="1500000"/>
          </a:xfrm>
          <a:prstGeom prst="rect">
            <a:avLst/>
          </a:prstGeom>
          <a:solidFill>
            <a:srgbClr val="1F497D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Dissolve</a:t>
            </a:r>
          </a:p>
        </p:txBody>
      </p:sp>
    </p:spTree>
  </p:cSld>
  <p:transition spd="slow"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3000000" y="2500000"/>
            <a:ext cx="3000000" cy="1500000"/>
          </a:xfrm>
          <a:prstGeom prst="rect">
            <a:avLst/>
          </a:prstGeom>
          <a:solidFill>
            <a:srgbClr val="4F81BD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Checker</a:t>
            </a:r>
          </a:p>
        </p:txBody>
      </p:sp>
    </p:spTree>
  </p:cSld>
  <p:transition spd="med">
    <p:checker dir="horz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3000000" y="2500000"/>
            <a:ext cx="3000000" cy="1500000"/>
          </a:xfrm>
          <a:prstGeom prst="rect">
            <a:avLst/>
          </a:prstGeom>
          <a:solidFill>
            <a:srgbClr val="C0504D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Wheel</a:t>
            </a:r>
          </a:p>
        </p:txBody>
      </p:sp>
    </p:spTree>
  </p:cSld>
  <p:transition spd="med">
    <p:wheel spokes="4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3000000" y="2500000"/>
            <a:ext cx="3000000" cy="1500000"/>
          </a:xfrm>
          <a:prstGeom prst="rect">
            <a:avLst/>
          </a:prstGeom>
          <a:solidFill>
            <a:srgbClr val="9BBB59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Plus</a:t>
            </a:r>
          </a:p>
        </p:txBody>
      </p:sp>
    </p:spTree>
  </p:cSld>
  <p:transition spd="med">
    <p:plus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3000000" y="2500000"/>
            <a:ext cx="3000000" cy="1500000"/>
          </a:xfrm>
          <a:prstGeom prst="rect">
            <a:avLst/>
          </a:prstGeom>
          <a:solidFill>
            <a:srgbClr val="8064A2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Wedge</a:t>
            </a:r>
          </a:p>
        </p:txBody>
      </p:sp>
    </p:spTree>
  </p:cSld>
  <p:transition spd="med">
    <p:wedg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3000000" y="2500000"/>
            <a:ext cx="3000000" cy="1500000"/>
          </a:xfrm>
          <a:prstGeom prst="rect">
            <a:avLst/>
          </a:prstGeom>
          <a:solidFill>
            <a:srgbClr val="4BACC6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Random Bar</a:t>
            </a:r>
          </a:p>
        </p:txBody>
      </p:sp>
    </p:spTree>
  </p:cSld>
  <p:transition spd="med">
    <p:randomBar dir="horz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