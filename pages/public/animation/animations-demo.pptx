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500000" y="2000000"/>
            <a:ext cx="2500000" cy="1200000"/>
          </a:xfrm>
          <a:prstGeom prst="rect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Fade In</a:t>
            </a:r>
          </a:p>
        </p:txBody>
      </p:sp>
      <p:sp>
        <p:nvSpPr>
          <p:cNvPr id="3" name="Shape 3"/>
          <p:cNvSpPr/>
          <p:nvPr/>
        </p:nvSpPr>
        <p:spPr>
          <a:xfrm>
            <a:off x="3500000" y="2000000"/>
            <a:ext cx="2500000" cy="1200000"/>
          </a:xfrm>
          <a:prstGeom prst="rect">
            <a:avLst/>
          </a:prstGeom>
          <a:solidFill>
            <a:srgbClr val="C0504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Box 2</a:t>
            </a:r>
          </a:p>
        </p:txBody>
      </p:sp>
      <p:sp>
        <p:nvSpPr>
          <p:cNvPr id="4" name="Shape 4"/>
          <p:cNvSpPr/>
          <p:nvPr/>
        </p:nvSpPr>
        <p:spPr>
          <a:xfrm>
            <a:off x="6500000" y="2000000"/>
            <a:ext cx="2500000" cy="1200000"/>
          </a:xfrm>
          <a:prstGeom prst="rect">
            <a:avLst/>
          </a:prstGeom>
          <a:solidFill>
            <a:srgbClr val="9BBB59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Box 3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  <p:par>
                    <p:cTn id="4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5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6" dur="500"/>
                            <p:tgtEl>
                              <p:spTgt spid="3"/>
                            </p:tgtEl>
                          </p:cBhvr>
                        </p:animEffect>
                      </p:childTnLst>
                    </p:cTn>
                  </p:par>
                  <p:par>
                    <p:cTn id="5" presetID="10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6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id="7" dur="500"/>
                            <p:tgtEl>
                              <p:spTgt spid="4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8064A2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Wipe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22" presetClass="entr" presetSubtype="1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ipe(right)">
                          <p:cBhvr>
                            <p:cTn id="5" dur="7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BACC6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Blinds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3" presetClass="entr" presetSubtype="1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linds(horizontal)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F79646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Box In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4" presetClass="entr" presetSubtype="1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box(in)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1F497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Circle In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5" presetClass="entr" presetSubtype="1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circle(in)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F81B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Diamond In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6" presetClass="entr" presetSubtype="1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diamond(in)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C0504D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Dissolve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8" presetClass="entr" presetSubtype="0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dissolve">
                          <p:cBhvr>
                            <p:cTn id="5" dur="75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9BBB59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Strips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8" presetClass="entr" presetSubtype="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strips(downRight)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8064A2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Plus In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13" presetClass="entr" presetSubtype="16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plus(in)">
                          <p:cBhvr>
                            <p:cTn id="5" dur="5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hape 2"/>
          <p:cNvSpPr/>
          <p:nvPr/>
        </p:nvSpPr>
        <p:spPr>
          <a:xfrm>
            <a:off x="3000000" y="2500000"/>
            <a:ext cx="3000000" cy="1500000"/>
          </a:xfrm>
          <a:prstGeom prst="rect">
            <a:avLst/>
          </a:prstGeom>
          <a:solidFill>
            <a:srgbClr val="4BACC6"/>
          </a:solidFill>
          <a:ln w="12700">
            <a:solidFill>
              <a:schemeClr val="tx1"/>
            </a:solidFill>
          </a:ln>
        </p:spPr>
        <p:txBody>
          <a:bodyPr wrap="square" rtlCol="0" anchor="ctr"/>
          <a:lstStyle/>
          <a:p>
            <a:pPr algn="ctr"/>
            <a:r>
              <a:rPr lang="en-US" sz="2400"/>
              <a:t>Wheel</a:t>
            </a:r>
          </a:p>
        </p:txBody>
      </p:sp>
    </p:spTree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presetID="21" presetClass="entr" presetSubtype="4" fill="hold" nodeType="clickEffect">
                      <p:stCondLst>
                        <p:cond delay="0"/>
                      </p:stCondLst>
                      <p:childTnLst>
                        <p:set>
                          <p:cBhvr>
                            <p:cTn id="4"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wheel(4)">
                          <p:cBhvr>
                            <p:cTn id="5" dur="1000"/>
                            <p:tgtEl>
                              <p:spTgt spid="2"/>
                            </p:tgtEl>
                          </p:cBhvr>
                        </p:animEffect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