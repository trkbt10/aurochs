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/>
  <p:defaultTextStyle>
    <a:defPPr>
      <a:defRPr sz="1800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txStyles>
    <p:titleStyle/>
    <p:body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1298864" y="3195205"/>
            <a:ext cx="1298864" cy="649432"/>
          </a:xfrm>
          <a:prstGeom prst="rect">
            <a:avLst/>
          </a:prstGeom>
          <a:solidFill>
            <a:srgbClr val="3380D9"/>
          </a:solidFill>
        </p:spPr>
      </p:sp>
      <p:sp>
        <p:nvSpPr>
          <p:cNvPr id="2" name="TextBox 2"/>
          <p:cNvSpPr txBox="1"/>
          <p:nvPr/>
        </p:nvSpPr>
        <p:spPr>
          <a:xfrm>
            <a:off x="1623580" y="2358736"/>
            <a:ext cx="736456" cy="23379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3600" b="0" i="0" u="none">
                <a:solidFill>
                  <a:srgbClr val="000000"/>
                </a:solidFill>
                <a:latin typeface="Arial"/>
              </a:rPr>
              <a:t>Page 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1298864" y="3195205"/>
            <a:ext cx="1298864" cy="649432"/>
          </a:xfrm>
          <a:prstGeom prst="rect">
            <a:avLst/>
          </a:prstGeom>
          <a:solidFill>
            <a:srgbClr val="6680B3"/>
          </a:solidFill>
        </p:spPr>
      </p:sp>
      <p:sp>
        <p:nvSpPr>
          <p:cNvPr id="2" name="TextBox 2"/>
          <p:cNvSpPr txBox="1"/>
          <p:nvPr/>
        </p:nvSpPr>
        <p:spPr>
          <a:xfrm>
            <a:off x="1623580" y="2358736"/>
            <a:ext cx="736456" cy="23379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3600" b="0" i="0" u="none">
                <a:solidFill>
                  <a:srgbClr val="000000"/>
                </a:solidFill>
                <a:latin typeface="Arial"/>
              </a:rPr>
              <a:t>Page 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1298864" y="3195205"/>
            <a:ext cx="1298864" cy="649432"/>
          </a:xfrm>
          <a:prstGeom prst="rect">
            <a:avLst/>
          </a:prstGeom>
          <a:solidFill>
            <a:srgbClr val="99808C"/>
          </a:solidFill>
        </p:spPr>
      </p:sp>
      <p:sp>
        <p:nvSpPr>
          <p:cNvPr id="2" name="TextBox 2"/>
          <p:cNvSpPr txBox="1"/>
          <p:nvPr/>
        </p:nvSpPr>
        <p:spPr>
          <a:xfrm>
            <a:off x="1623580" y="2358736"/>
            <a:ext cx="736456" cy="23379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3600" b="0" i="0" u="none">
                <a:solidFill>
                  <a:srgbClr val="000000"/>
                </a:solidFill>
                <a:latin typeface="Arial"/>
              </a:rPr>
              <a:t>Page 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1298864" y="3195205"/>
            <a:ext cx="1298864" cy="649432"/>
          </a:xfrm>
          <a:prstGeom prst="rect">
            <a:avLst/>
          </a:prstGeom>
          <a:solidFill>
            <a:srgbClr val="CC8066"/>
          </a:solidFill>
        </p:spPr>
      </p:sp>
      <p:sp>
        <p:nvSpPr>
          <p:cNvPr id="2" name="TextBox 2"/>
          <p:cNvSpPr txBox="1"/>
          <p:nvPr/>
        </p:nvSpPr>
        <p:spPr>
          <a:xfrm>
            <a:off x="1623580" y="2358736"/>
            <a:ext cx="736456" cy="23379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3600" b="0" i="0" u="none">
                <a:solidFill>
                  <a:srgbClr val="000000"/>
                </a:solidFill>
                <a:latin typeface="Arial"/>
              </a:rPr>
              <a:t>Page 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1298864" y="3195205"/>
            <a:ext cx="1298864" cy="649432"/>
          </a:xfrm>
          <a:prstGeom prst="rect">
            <a:avLst/>
          </a:prstGeom>
          <a:solidFill>
            <a:srgbClr val="FF8040"/>
          </a:solidFill>
        </p:spPr>
      </p:sp>
      <p:sp>
        <p:nvSpPr>
          <p:cNvPr id="2" name="TextBox 2"/>
          <p:cNvSpPr txBox="1"/>
          <p:nvPr/>
        </p:nvSpPr>
        <p:spPr>
          <a:xfrm>
            <a:off x="1623580" y="2358736"/>
            <a:ext cx="736456" cy="23379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3600" b="0" i="0" u="none">
                <a:solidFill>
                  <a:srgbClr val="000000"/>
                </a:solidFill>
                <a:latin typeface="Arial"/>
              </a:rPr>
              <a:t>Page 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WebPptx PDF Import">
  <a:themeElements>
    <a:clrScheme name="Web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ebPptx">
      <a:majorFont>
        <a:latin typeface="Calibri"/>
      </a:majorFont>
      <a:minorFont>
        <a:latin typeface="Calibri"/>
      </a:minorFont>
    </a:fontScheme>
    <a:fmtScheme name="WebPptx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Version>16.0</AppVersion>
</Properties>
</file>