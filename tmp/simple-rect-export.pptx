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5143500"/>
  <p:defaultTextStyle>
    <a:defPPr>
      <a:defRPr sz="1800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txStyles>
    <p:titleStyle/>
    <p:body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649432" y="3519920"/>
            <a:ext cx="1298864" cy="974148"/>
          </a:xfrm>
          <a:prstGeom prst="rect">
            <a:avLst/>
          </a:prstGeom>
          <a:solidFill>
            <a:srgbClr val="336699"/>
          </a:solidFill>
          <a:ln w="19050" cap="flat" cmpd="sng" algn="ctr">
            <a:solidFill>
              <a:srgbClr val="000000"/>
            </a:solidFill>
            <a:prstDash val="solid"/>
            <a:miter/>
          </a:ln>
        </p:spPr>
      </p:sp>
    </p:spTree>
  </p:cSld>
</p:sld>
</file>

<file path=ppt/theme/theme1.xml><?xml version="1.0" encoding="utf-8"?>
<a:theme xmlns:a="http://schemas.openxmlformats.org/drawingml/2006/main" name="WebPptx PDF Import">
  <a:themeElements>
    <a:clrScheme name="Web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ebPptx">
      <a:majorFont>
        <a:latin typeface="Calibri"/>
      </a:majorFont>
      <a:minorFont>
        <a:latin typeface="Calibri"/>
      </a:minorFont>
    </a:fontScheme>
    <a:fmtScheme name="WebPptx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Version>16.0</AppVersion>
</Properties>
</file>